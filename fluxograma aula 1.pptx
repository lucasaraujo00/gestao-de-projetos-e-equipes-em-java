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EBDA2-29A3-F522-1A38-67B5A35DF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EB32E-FBD7-D7EC-5893-1C4495C0E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FA8A52-06F4-B048-A2A5-071C4A39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69B008-D051-6340-32CB-74ECEC23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C1E3DA-89E4-7465-82B9-7B7BEECB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06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5F8FF-B00E-F5BC-1E8E-E5D81C52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4E6306-4C1B-FD73-26E4-62E28FA45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6EC345-B253-BC52-B233-2C30DECC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98531-0811-6118-DDE9-6A9BB6C0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20E25A-0AAD-8CA8-73EC-1CCA350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0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15791-CE97-2E4D-08E2-83466649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9E2AAA-5EC6-2A10-3D79-62F35810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6A62A4-FB9D-C988-D8B4-782A5B99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EAD3E0-1779-B1C4-E592-F47BFFEC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9C6AF9-019F-CF2E-AC67-12C53E69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31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DE87-F05B-009A-5430-66BB296A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00A425-5906-A40E-B94F-EEB5AC180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D0325E-0434-3E1D-1946-FB78EE4C6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2B981A-9177-3F9F-56B1-D8419C62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5CF441-A349-C6D2-7137-E4CACA6C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9240ED-CB76-00CE-73C3-A4184A1C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93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F881A-4196-FF96-A7C9-E64E3B32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4252D9-971E-C089-1A30-BEA0D4DDF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98B67-64E1-B31D-FFB5-90B60ABF8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5EEBA9-BFD4-6D5B-28C5-EFCCFABC4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DA89A7-09A0-6FC1-C6D6-0AE7C17D5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A41228-83D3-2D00-5D01-245C701E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B0995C-975C-D9D5-0912-AE9429A4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B4654A-DB0C-D92B-2007-9D9B81F0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9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66F6C-3424-6F35-66A9-A2D9EE89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9F2126-86F0-FAA1-D064-52F4FA18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F69BBA-7D2E-59AC-CA94-C106BBE4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4E3697-98ED-E8C0-6CC9-BFB9CFC1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32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E9B14C-7539-D6AC-25D3-88D230A4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C3964E-0A7C-C155-8BE8-3665D83D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CF7D95-3F70-E473-DE63-380F329B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1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C3AE2-4C81-74AD-CEF6-0A131913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3C5D81-CB72-92B8-1653-EA416C5D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9D3C5B-B913-DBC5-8DA0-F52369334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563B1D-04CC-C8F5-0BD3-14E458A1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10F9ED-881E-14CE-A1BB-EEF8CA18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DCBBB8-F9E4-3585-3D56-293F267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25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5FB54-5397-0FBE-39B4-16C60AE3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7F4505A-7B8C-2E7C-A24F-BE145B333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900FEC-B92E-542B-733B-780B3A4EF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192573-F8B2-DCE3-D308-366B2642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A78B69-30EF-6523-1131-F414BBE1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7BA81E-6274-F347-1DEA-24411D15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32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4B1BC-2A6B-BA12-2622-0A2ED0D7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CFBCD7-E9AA-3912-C1F4-7A180609A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3D663-3EA2-C7BB-1369-F403F4F9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D250E5-062A-7169-E1E0-E44D8E70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73ED28-AB55-62D4-8473-C0027E93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71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9C71BC-EE64-3E4D-5BD0-5328ABBFA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6F66B1-5CCA-E7F9-0C5A-D96937DFC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AEE362-2E5A-EFD4-EC0F-DD9A6DE6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E280D-4BD1-F5C8-5349-B4D50D5E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CBC44-7832-7F16-D439-4D2C568E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4E9F83F-DDC8-6D34-4CF4-D0D4CBE9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E494CB-7B21-A8DC-3033-9B59A5ED8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ECC10E-71AA-2BD2-1846-9067D1B8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BBDCA-0172-4B0A-9E44-4D678594CBF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FB48B-32AF-8EBC-0EBC-6492A2CA2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D5162F-1324-5449-8FE0-4BF85B797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C42F7-9AA6-4A8E-AE7D-839CC0ACA1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83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AFD83E5-BB1D-4360-7FD0-249084C3A591}"/>
              </a:ext>
            </a:extLst>
          </p:cNvPr>
          <p:cNvSpPr/>
          <p:nvPr/>
        </p:nvSpPr>
        <p:spPr>
          <a:xfrm>
            <a:off x="3090672" y="1633728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O NUMERO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CAA2A7C-E28B-A087-E072-8A2302582924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105656" y="932688"/>
            <a:ext cx="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719817B-680E-CD94-367C-194DC2BBDD2D}"/>
              </a:ext>
            </a:extLst>
          </p:cNvPr>
          <p:cNvCxnSpPr/>
          <p:nvPr/>
        </p:nvCxnSpPr>
        <p:spPr>
          <a:xfrm>
            <a:off x="4111752" y="2346960"/>
            <a:ext cx="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osango 8">
            <a:extLst>
              <a:ext uri="{FF2B5EF4-FFF2-40B4-BE49-F238E27FC236}">
                <a16:creationId xmlns:a16="http://schemas.microsoft.com/office/drawing/2014/main" id="{CA14688E-71D9-9926-27A8-0B882043F406}"/>
              </a:ext>
            </a:extLst>
          </p:cNvPr>
          <p:cNvSpPr/>
          <p:nvPr/>
        </p:nvSpPr>
        <p:spPr>
          <a:xfrm>
            <a:off x="3488439" y="3060192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N° &gt; 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B52FC42-C9D3-8806-1036-4CB02E02D7A4}"/>
              </a:ext>
            </a:extLst>
          </p:cNvPr>
          <p:cNvSpPr txBox="1"/>
          <p:nvPr/>
        </p:nvSpPr>
        <p:spPr>
          <a:xfrm>
            <a:off x="2514600" y="3060192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2F9B9D7-E93D-AED9-F42B-BD7DC83CA2AD}"/>
              </a:ext>
            </a:extLst>
          </p:cNvPr>
          <p:cNvSpPr/>
          <p:nvPr/>
        </p:nvSpPr>
        <p:spPr>
          <a:xfrm>
            <a:off x="6016752" y="3244858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NUMERO É POSITIVO</a:t>
            </a: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B96D953E-7F77-CABF-ECBD-6D489A8E4557}"/>
              </a:ext>
            </a:extLst>
          </p:cNvPr>
          <p:cNvCxnSpPr/>
          <p:nvPr/>
        </p:nvCxnSpPr>
        <p:spPr>
          <a:xfrm>
            <a:off x="8046720" y="3598164"/>
            <a:ext cx="1293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D796714A-EAD2-DE7D-195A-CD04EC62D18D}"/>
              </a:ext>
            </a:extLst>
          </p:cNvPr>
          <p:cNvSpPr txBox="1"/>
          <p:nvPr/>
        </p:nvSpPr>
        <p:spPr>
          <a:xfrm>
            <a:off x="4990336" y="3219558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B7C92805-0489-BFAE-D541-35D33B78F0F1}"/>
              </a:ext>
            </a:extLst>
          </p:cNvPr>
          <p:cNvSpPr/>
          <p:nvPr/>
        </p:nvSpPr>
        <p:spPr>
          <a:xfrm>
            <a:off x="9340599" y="3185030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FDC73615-9537-C8D2-CF32-A5D3993E4EC3}"/>
              </a:ext>
            </a:extLst>
          </p:cNvPr>
          <p:cNvSpPr/>
          <p:nvPr/>
        </p:nvSpPr>
        <p:spPr>
          <a:xfrm>
            <a:off x="3192783" y="118872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INICIO</a:t>
            </a:r>
          </a:p>
        </p:txBody>
      </p: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74A75DCF-E548-6CDB-0A37-BB66A0E5F372}"/>
              </a:ext>
            </a:extLst>
          </p:cNvPr>
          <p:cNvCxnSpPr>
            <a:cxnSpLocks/>
          </p:cNvCxnSpPr>
          <p:nvPr/>
        </p:nvCxnSpPr>
        <p:spPr>
          <a:xfrm>
            <a:off x="2983229" y="4512564"/>
            <a:ext cx="886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osango 62">
            <a:extLst>
              <a:ext uri="{FF2B5EF4-FFF2-40B4-BE49-F238E27FC236}">
                <a16:creationId xmlns:a16="http://schemas.microsoft.com/office/drawing/2014/main" id="{2FC82FE1-794B-BBF7-A1BA-327B896A9319}"/>
              </a:ext>
            </a:extLst>
          </p:cNvPr>
          <p:cNvSpPr/>
          <p:nvPr/>
        </p:nvSpPr>
        <p:spPr>
          <a:xfrm>
            <a:off x="1748795" y="3980307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N° == 0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4F7301AB-B01E-3814-BFEF-C83DEA3F3EDD}"/>
              </a:ext>
            </a:extLst>
          </p:cNvPr>
          <p:cNvSpPr/>
          <p:nvPr/>
        </p:nvSpPr>
        <p:spPr>
          <a:xfrm>
            <a:off x="3886206" y="4259008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NUMERO É NEUTRO (0)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FF085DDA-D0A2-A575-A8D8-22655FF32919}"/>
              </a:ext>
            </a:extLst>
          </p:cNvPr>
          <p:cNvSpPr txBox="1"/>
          <p:nvPr/>
        </p:nvSpPr>
        <p:spPr>
          <a:xfrm>
            <a:off x="3127254" y="4136136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8454D2D0-287D-2D61-0C40-5A183B42CEC9}"/>
              </a:ext>
            </a:extLst>
          </p:cNvPr>
          <p:cNvCxnSpPr/>
          <p:nvPr/>
        </p:nvCxnSpPr>
        <p:spPr>
          <a:xfrm>
            <a:off x="4722873" y="3598164"/>
            <a:ext cx="1293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B62658BF-B90D-6C63-2C0F-74501A381567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2366012" y="5056251"/>
            <a:ext cx="0" cy="768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0D485E93-A451-F491-ED91-801F43E6ED14}"/>
              </a:ext>
            </a:extLst>
          </p:cNvPr>
          <p:cNvSpPr txBox="1"/>
          <p:nvPr/>
        </p:nvSpPr>
        <p:spPr>
          <a:xfrm>
            <a:off x="1536193" y="5191815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487CB8C3-4A62-96AD-3EC1-EA5768FAA3DD}"/>
              </a:ext>
            </a:extLst>
          </p:cNvPr>
          <p:cNvSpPr/>
          <p:nvPr/>
        </p:nvSpPr>
        <p:spPr>
          <a:xfrm>
            <a:off x="1357885" y="5831824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NUMERO É NEGATIVO</a:t>
            </a:r>
          </a:p>
        </p:txBody>
      </p: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BD537EA8-ABA6-8C44-BF2C-C81FABB82B46}"/>
              </a:ext>
            </a:extLst>
          </p:cNvPr>
          <p:cNvCxnSpPr>
            <a:stCxn id="9" idx="1"/>
            <a:endCxn id="63" idx="0"/>
          </p:cNvCxnSpPr>
          <p:nvPr/>
        </p:nvCxnSpPr>
        <p:spPr>
          <a:xfrm rot="10800000" flipV="1">
            <a:off x="2366013" y="3598163"/>
            <a:ext cx="1122427" cy="3821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FE881CF0-9162-7988-F9C1-E69D67DF4FD7}"/>
              </a:ext>
            </a:extLst>
          </p:cNvPr>
          <p:cNvCxnSpPr>
            <a:stCxn id="65" idx="3"/>
            <a:endCxn id="51" idx="4"/>
          </p:cNvCxnSpPr>
          <p:nvPr/>
        </p:nvCxnSpPr>
        <p:spPr>
          <a:xfrm flipV="1">
            <a:off x="5916174" y="3992750"/>
            <a:ext cx="4388354" cy="6228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9CC029A4-919F-F925-105A-D6DB904E2B53}"/>
              </a:ext>
            </a:extLst>
          </p:cNvPr>
          <p:cNvCxnSpPr>
            <a:stCxn id="77" idx="3"/>
            <a:endCxn id="51" idx="6"/>
          </p:cNvCxnSpPr>
          <p:nvPr/>
        </p:nvCxnSpPr>
        <p:spPr>
          <a:xfrm flipV="1">
            <a:off x="3387853" y="3588890"/>
            <a:ext cx="7880603" cy="2599550"/>
          </a:xfrm>
          <a:prstGeom prst="bentConnector3">
            <a:avLst>
              <a:gd name="adj1" fmla="val 102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870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25DF-089C-F70D-8842-F834E48C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9085B91-ADCA-4187-EA4B-F3FDF655A552}"/>
              </a:ext>
            </a:extLst>
          </p:cNvPr>
          <p:cNvSpPr/>
          <p:nvPr/>
        </p:nvSpPr>
        <p:spPr>
          <a:xfrm>
            <a:off x="3090672" y="1633728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O VALOR DA BASE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5D0AC4B-E72B-572F-4283-3F884A088AB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105656" y="932688"/>
            <a:ext cx="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0039E01-9C96-031B-2692-C1DCEAA9CEA7}"/>
              </a:ext>
            </a:extLst>
          </p:cNvPr>
          <p:cNvCxnSpPr/>
          <p:nvPr/>
        </p:nvCxnSpPr>
        <p:spPr>
          <a:xfrm>
            <a:off x="4111752" y="2346960"/>
            <a:ext cx="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562B3D0-6659-8040-FD94-59F9CB64412B}"/>
              </a:ext>
            </a:extLst>
          </p:cNvPr>
          <p:cNvSpPr/>
          <p:nvPr/>
        </p:nvSpPr>
        <p:spPr>
          <a:xfrm>
            <a:off x="7331963" y="5434454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F8CFE5F-FE6F-58EB-906B-C8FA66BEB902}"/>
              </a:ext>
            </a:extLst>
          </p:cNvPr>
          <p:cNvSpPr/>
          <p:nvPr/>
        </p:nvSpPr>
        <p:spPr>
          <a:xfrm>
            <a:off x="3192783" y="118872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INICIO</a:t>
            </a:r>
          </a:p>
        </p:txBody>
      </p:sp>
      <p:sp>
        <p:nvSpPr>
          <p:cNvPr id="63" name="Losango 62">
            <a:extLst>
              <a:ext uri="{FF2B5EF4-FFF2-40B4-BE49-F238E27FC236}">
                <a16:creationId xmlns:a16="http://schemas.microsoft.com/office/drawing/2014/main" id="{822A2D9D-A8B5-64C7-B27F-62A5343126C3}"/>
              </a:ext>
            </a:extLst>
          </p:cNvPr>
          <p:cNvSpPr/>
          <p:nvPr/>
        </p:nvSpPr>
        <p:spPr>
          <a:xfrm>
            <a:off x="3488439" y="3048000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BASE &gt;0</a:t>
            </a:r>
          </a:p>
        </p:txBody>
      </p: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68AF3948-ECDC-9F12-C499-8E24930C515C}"/>
              </a:ext>
            </a:extLst>
          </p:cNvPr>
          <p:cNvCxnSpPr>
            <a:cxnSpLocks/>
          </p:cNvCxnSpPr>
          <p:nvPr/>
        </p:nvCxnSpPr>
        <p:spPr>
          <a:xfrm>
            <a:off x="4722873" y="3585972"/>
            <a:ext cx="1133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C64D27-C453-F009-CBF5-F823B13206C1}"/>
              </a:ext>
            </a:extLst>
          </p:cNvPr>
          <p:cNvSpPr txBox="1"/>
          <p:nvPr/>
        </p:nvSpPr>
        <p:spPr>
          <a:xfrm>
            <a:off x="4825744" y="3218164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B448EE-07DC-43EF-1038-DA3E8D6794DC}"/>
              </a:ext>
            </a:extLst>
          </p:cNvPr>
          <p:cNvSpPr txBox="1"/>
          <p:nvPr/>
        </p:nvSpPr>
        <p:spPr>
          <a:xfrm>
            <a:off x="2813307" y="3185030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BDCF9C2-4A6A-D1FE-4DE2-5B32D0BB27AE}"/>
              </a:ext>
            </a:extLst>
          </p:cNvPr>
          <p:cNvSpPr/>
          <p:nvPr/>
        </p:nvSpPr>
        <p:spPr>
          <a:xfrm>
            <a:off x="5856729" y="3218164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O VALOR DA ALTURA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0824351-6AB8-13D1-6122-6E7FD213DA7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886697" y="3574780"/>
            <a:ext cx="818391" cy="11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sango 22">
            <a:extLst>
              <a:ext uri="{FF2B5EF4-FFF2-40B4-BE49-F238E27FC236}">
                <a16:creationId xmlns:a16="http://schemas.microsoft.com/office/drawing/2014/main" id="{CF261D1F-1848-9636-6324-51551A82B42C}"/>
              </a:ext>
            </a:extLst>
          </p:cNvPr>
          <p:cNvSpPr/>
          <p:nvPr/>
        </p:nvSpPr>
        <p:spPr>
          <a:xfrm>
            <a:off x="8682231" y="3048000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ALTURA &gt;0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58B6982-2A5C-43F7-91FD-F445E10922A3}"/>
              </a:ext>
            </a:extLst>
          </p:cNvPr>
          <p:cNvSpPr txBox="1"/>
          <p:nvPr/>
        </p:nvSpPr>
        <p:spPr>
          <a:xfrm>
            <a:off x="7700773" y="2485858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DE4D342-111B-726A-6B61-E77F4A59FB02}"/>
              </a:ext>
            </a:extLst>
          </p:cNvPr>
          <p:cNvSpPr txBox="1"/>
          <p:nvPr/>
        </p:nvSpPr>
        <p:spPr>
          <a:xfrm>
            <a:off x="10019536" y="3216640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294F05A-5D49-F27F-1B83-C1CCD3A276B7}"/>
              </a:ext>
            </a:extLst>
          </p:cNvPr>
          <p:cNvSpPr/>
          <p:nvPr/>
        </p:nvSpPr>
        <p:spPr>
          <a:xfrm>
            <a:off x="9916665" y="4303776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PRINT (BASE * ALTURA)</a:t>
            </a:r>
          </a:p>
        </p:txBody>
      </p: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F8B5EB5F-0573-0FB6-0789-F1A650079F8E}"/>
              </a:ext>
            </a:extLst>
          </p:cNvPr>
          <p:cNvCxnSpPr>
            <a:stCxn id="63" idx="1"/>
            <a:endCxn id="5" idx="1"/>
          </p:cNvCxnSpPr>
          <p:nvPr/>
        </p:nvCxnSpPr>
        <p:spPr>
          <a:xfrm rot="10800000">
            <a:off x="3090673" y="1990344"/>
            <a:ext cx="397767" cy="1595628"/>
          </a:xfrm>
          <a:prstGeom prst="bentConnector3">
            <a:avLst>
              <a:gd name="adj1" fmla="val 3689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0F12F512-8FB6-C3C8-8A81-7E0E2E985EE0}"/>
              </a:ext>
            </a:extLst>
          </p:cNvPr>
          <p:cNvCxnSpPr>
            <a:stCxn id="23" idx="0"/>
            <a:endCxn id="17" idx="0"/>
          </p:cNvCxnSpPr>
          <p:nvPr/>
        </p:nvCxnSpPr>
        <p:spPr>
          <a:xfrm rot="16200000" flipH="1" flipV="1">
            <a:off x="8000499" y="1919214"/>
            <a:ext cx="170164" cy="2427735"/>
          </a:xfrm>
          <a:prstGeom prst="bentConnector3">
            <a:avLst>
              <a:gd name="adj1" fmla="val -1343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027864E-14FA-058D-1FAC-CFDA7EA7E12E}"/>
              </a:ext>
            </a:extLst>
          </p:cNvPr>
          <p:cNvCxnSpPr>
            <a:cxnSpLocks/>
            <a:stCxn id="23" idx="3"/>
            <a:endCxn id="29" idx="0"/>
          </p:cNvCxnSpPr>
          <p:nvPr/>
        </p:nvCxnSpPr>
        <p:spPr>
          <a:xfrm>
            <a:off x="9916665" y="3585972"/>
            <a:ext cx="1014984" cy="7178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119CBB81-B1EF-E7DC-38A9-FF6DC6C4306B}"/>
              </a:ext>
            </a:extLst>
          </p:cNvPr>
          <p:cNvCxnSpPr>
            <a:cxnSpLocks/>
            <a:stCxn id="29" idx="2"/>
            <a:endCxn id="51" idx="6"/>
          </p:cNvCxnSpPr>
          <p:nvPr/>
        </p:nvCxnSpPr>
        <p:spPr>
          <a:xfrm rot="5400000">
            <a:off x="9685082" y="4591747"/>
            <a:ext cx="821306" cy="16718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28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FD4A-E4C8-2F78-C987-DDE3EF76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26654D1-1FF3-B152-2DFA-43FD3E2455D6}"/>
              </a:ext>
            </a:extLst>
          </p:cNvPr>
          <p:cNvSpPr/>
          <p:nvPr/>
        </p:nvSpPr>
        <p:spPr>
          <a:xfrm>
            <a:off x="1699260" y="1639622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O VALOR 1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7737B8D-0BCE-71AA-E072-3709014DC092}"/>
              </a:ext>
            </a:extLst>
          </p:cNvPr>
          <p:cNvCxnSpPr>
            <a:cxnSpLocks/>
          </p:cNvCxnSpPr>
          <p:nvPr/>
        </p:nvCxnSpPr>
        <p:spPr>
          <a:xfrm>
            <a:off x="2728725" y="938582"/>
            <a:ext cx="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2F40813-B142-45C1-708E-CB8284292D8F}"/>
              </a:ext>
            </a:extLst>
          </p:cNvPr>
          <p:cNvSpPr/>
          <p:nvPr/>
        </p:nvSpPr>
        <p:spPr>
          <a:xfrm>
            <a:off x="3148581" y="5294902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C10179EA-7ADF-D1EA-DCAE-0F162F365214}"/>
              </a:ext>
            </a:extLst>
          </p:cNvPr>
          <p:cNvSpPr/>
          <p:nvPr/>
        </p:nvSpPr>
        <p:spPr>
          <a:xfrm>
            <a:off x="1764796" y="134999"/>
            <a:ext cx="1927857" cy="807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INICIO</a:t>
            </a:r>
          </a:p>
        </p:txBody>
      </p:sp>
      <p:sp>
        <p:nvSpPr>
          <p:cNvPr id="63" name="Losango 62">
            <a:extLst>
              <a:ext uri="{FF2B5EF4-FFF2-40B4-BE49-F238E27FC236}">
                <a16:creationId xmlns:a16="http://schemas.microsoft.com/office/drawing/2014/main" id="{395C8C62-30CE-D443-3312-2CF4E527C33D}"/>
              </a:ext>
            </a:extLst>
          </p:cNvPr>
          <p:cNvSpPr/>
          <p:nvPr/>
        </p:nvSpPr>
        <p:spPr>
          <a:xfrm>
            <a:off x="3112011" y="3059192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VALOR 1 &gt;0</a:t>
            </a:r>
          </a:p>
        </p:txBody>
      </p: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C80D0BE5-301E-CC4F-AEAC-D35D89A7C2E3}"/>
              </a:ext>
            </a:extLst>
          </p:cNvPr>
          <p:cNvCxnSpPr>
            <a:cxnSpLocks/>
          </p:cNvCxnSpPr>
          <p:nvPr/>
        </p:nvCxnSpPr>
        <p:spPr>
          <a:xfrm>
            <a:off x="4345686" y="3585972"/>
            <a:ext cx="459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CEB33D-BF92-97F3-3C74-E7C057B30821}"/>
              </a:ext>
            </a:extLst>
          </p:cNvPr>
          <p:cNvSpPr txBox="1"/>
          <p:nvPr/>
        </p:nvSpPr>
        <p:spPr>
          <a:xfrm>
            <a:off x="4131751" y="3164759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E45287-CD28-57DC-E66A-DAC24DB5D6F9}"/>
              </a:ext>
            </a:extLst>
          </p:cNvPr>
          <p:cNvSpPr txBox="1"/>
          <p:nvPr/>
        </p:nvSpPr>
        <p:spPr>
          <a:xfrm>
            <a:off x="2025020" y="3241483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1BC620E-C6FD-F6B7-2FA9-D10392A59F69}"/>
              </a:ext>
            </a:extLst>
          </p:cNvPr>
          <p:cNvSpPr/>
          <p:nvPr/>
        </p:nvSpPr>
        <p:spPr>
          <a:xfrm>
            <a:off x="4804794" y="3216640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O VALOR 2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4682096-DF32-AE16-A8BC-D779B7C1A031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834762" y="3573256"/>
            <a:ext cx="818391" cy="11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sango 22">
            <a:extLst>
              <a:ext uri="{FF2B5EF4-FFF2-40B4-BE49-F238E27FC236}">
                <a16:creationId xmlns:a16="http://schemas.microsoft.com/office/drawing/2014/main" id="{4A255BF4-09C7-87D8-AA61-3A2F59E1D73A}"/>
              </a:ext>
            </a:extLst>
          </p:cNvPr>
          <p:cNvSpPr/>
          <p:nvPr/>
        </p:nvSpPr>
        <p:spPr>
          <a:xfrm>
            <a:off x="7630296" y="3030450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VALOR 2 &gt;0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D3B397E-E031-88DF-1DB7-AE8315736218}"/>
              </a:ext>
            </a:extLst>
          </p:cNvPr>
          <p:cNvSpPr txBox="1"/>
          <p:nvPr/>
        </p:nvSpPr>
        <p:spPr>
          <a:xfrm>
            <a:off x="6781422" y="2298143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9692D4E-800D-177B-6290-4F3C3BC219D8}"/>
              </a:ext>
            </a:extLst>
          </p:cNvPr>
          <p:cNvSpPr txBox="1"/>
          <p:nvPr/>
        </p:nvSpPr>
        <p:spPr>
          <a:xfrm>
            <a:off x="9149146" y="3185309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649F806-DE7A-61B6-67A6-BD82C5CA89C0}"/>
              </a:ext>
            </a:extLst>
          </p:cNvPr>
          <p:cNvSpPr/>
          <p:nvPr/>
        </p:nvSpPr>
        <p:spPr>
          <a:xfrm>
            <a:off x="9177531" y="4007990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VALOR 3</a:t>
            </a:r>
          </a:p>
        </p:txBody>
      </p: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B533C4B3-67CB-7AA0-EA30-22D790F08BA9}"/>
              </a:ext>
            </a:extLst>
          </p:cNvPr>
          <p:cNvCxnSpPr>
            <a:stCxn id="5" idx="2"/>
            <a:endCxn id="63" idx="0"/>
          </p:cNvCxnSpPr>
          <p:nvPr/>
        </p:nvCxnSpPr>
        <p:spPr>
          <a:xfrm rot="16200000" flipH="1">
            <a:off x="2868567" y="2198531"/>
            <a:ext cx="706338" cy="10149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sango 40">
            <a:extLst>
              <a:ext uri="{FF2B5EF4-FFF2-40B4-BE49-F238E27FC236}">
                <a16:creationId xmlns:a16="http://schemas.microsoft.com/office/drawing/2014/main" id="{7A2F861D-3963-7B42-DDF2-D758B0B7007A}"/>
              </a:ext>
            </a:extLst>
          </p:cNvPr>
          <p:cNvSpPr/>
          <p:nvPr/>
        </p:nvSpPr>
        <p:spPr>
          <a:xfrm>
            <a:off x="9575298" y="5160790"/>
            <a:ext cx="1234434" cy="107594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VALOR 3 &gt;0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C1816EC6-FBD2-7D17-E404-0BD26C5AA215}"/>
              </a:ext>
            </a:extLst>
          </p:cNvPr>
          <p:cNvCxnSpPr>
            <a:stCxn id="29" idx="2"/>
            <a:endCxn id="41" idx="0"/>
          </p:cNvCxnSpPr>
          <p:nvPr/>
        </p:nvCxnSpPr>
        <p:spPr>
          <a:xfrm>
            <a:off x="10192515" y="4721222"/>
            <a:ext cx="0" cy="439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812C058D-92E1-95CA-CE00-33F5D1FDF673}"/>
              </a:ext>
            </a:extLst>
          </p:cNvPr>
          <p:cNvCxnSpPr>
            <a:stCxn id="41" idx="1"/>
          </p:cNvCxnSpPr>
          <p:nvPr/>
        </p:nvCxnSpPr>
        <p:spPr>
          <a:xfrm flipH="1">
            <a:off x="8357616" y="5698762"/>
            <a:ext cx="121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7FA16495-BBBD-005D-724D-6A2A6A6BA7CC}"/>
              </a:ext>
            </a:extLst>
          </p:cNvPr>
          <p:cNvCxnSpPr>
            <a:stCxn id="41" idx="3"/>
            <a:endCxn id="29" idx="3"/>
          </p:cNvCxnSpPr>
          <p:nvPr/>
        </p:nvCxnSpPr>
        <p:spPr>
          <a:xfrm flipV="1">
            <a:off x="10809732" y="4364606"/>
            <a:ext cx="397767" cy="1334156"/>
          </a:xfrm>
          <a:prstGeom prst="bentConnector3">
            <a:avLst>
              <a:gd name="adj1" fmla="val 2816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7B83071-EB76-D038-A566-7FB821ACCC31}"/>
              </a:ext>
            </a:extLst>
          </p:cNvPr>
          <p:cNvSpPr txBox="1"/>
          <p:nvPr/>
        </p:nvSpPr>
        <p:spPr>
          <a:xfrm>
            <a:off x="11008615" y="5329430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61F001A-1E03-2552-B525-A1B629621945}"/>
              </a:ext>
            </a:extLst>
          </p:cNvPr>
          <p:cNvSpPr txBox="1"/>
          <p:nvPr/>
        </p:nvSpPr>
        <p:spPr>
          <a:xfrm>
            <a:off x="8716905" y="5329430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CAB539D2-5A5D-1E2D-0C41-01131FA34C6C}"/>
              </a:ext>
            </a:extLst>
          </p:cNvPr>
          <p:cNvSpPr/>
          <p:nvPr/>
        </p:nvSpPr>
        <p:spPr>
          <a:xfrm>
            <a:off x="6310884" y="5342146"/>
            <a:ext cx="2029968" cy="713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PRINT (VALOR 1 * VALOR 2 *VALOR 3)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BDEAA277-4204-8AE4-5588-6027A84241A9}"/>
              </a:ext>
            </a:extLst>
          </p:cNvPr>
          <p:cNvCxnSpPr/>
          <p:nvPr/>
        </p:nvCxnSpPr>
        <p:spPr>
          <a:xfrm flipH="1">
            <a:off x="5093202" y="5698762"/>
            <a:ext cx="121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ABD93C95-1C20-B3C6-CDF2-04A504E4D001}"/>
              </a:ext>
            </a:extLst>
          </p:cNvPr>
          <p:cNvCxnSpPr>
            <a:stCxn id="23" idx="0"/>
            <a:endCxn id="17" idx="0"/>
          </p:cNvCxnSpPr>
          <p:nvPr/>
        </p:nvCxnSpPr>
        <p:spPr>
          <a:xfrm rot="16200000" flipH="1" flipV="1">
            <a:off x="6940551" y="1909677"/>
            <a:ext cx="186190" cy="2427735"/>
          </a:xfrm>
          <a:prstGeom prst="bentConnector3">
            <a:avLst>
              <a:gd name="adj1" fmla="val -122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: Angulado 63">
            <a:extLst>
              <a:ext uri="{FF2B5EF4-FFF2-40B4-BE49-F238E27FC236}">
                <a16:creationId xmlns:a16="http://schemas.microsoft.com/office/drawing/2014/main" id="{D93B6C70-AEAA-EBAC-55A9-8029D682251C}"/>
              </a:ext>
            </a:extLst>
          </p:cNvPr>
          <p:cNvCxnSpPr>
            <a:stCxn id="63" idx="1"/>
            <a:endCxn id="5" idx="1"/>
          </p:cNvCxnSpPr>
          <p:nvPr/>
        </p:nvCxnSpPr>
        <p:spPr>
          <a:xfrm rot="10800000">
            <a:off x="1699261" y="1996238"/>
            <a:ext cx="1412751" cy="1600926"/>
          </a:xfrm>
          <a:prstGeom prst="bentConnector3">
            <a:avLst>
              <a:gd name="adj1" fmla="val 1317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do 66">
            <a:extLst>
              <a:ext uri="{FF2B5EF4-FFF2-40B4-BE49-F238E27FC236}">
                <a16:creationId xmlns:a16="http://schemas.microsoft.com/office/drawing/2014/main" id="{4C1D276E-3A24-66E9-A77C-058A496FD477}"/>
              </a:ext>
            </a:extLst>
          </p:cNvPr>
          <p:cNvCxnSpPr>
            <a:stCxn id="23" idx="3"/>
            <a:endCxn id="29" idx="0"/>
          </p:cNvCxnSpPr>
          <p:nvPr/>
        </p:nvCxnSpPr>
        <p:spPr>
          <a:xfrm>
            <a:off x="8864730" y="3568422"/>
            <a:ext cx="1327785" cy="4395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07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82264A2D-F1FF-0F6C-3840-103A1846E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533874"/>
            <a:ext cx="5160645" cy="305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99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RODRIGUES DE ARAUJO</dc:creator>
  <cp:lastModifiedBy>LUCAS RODRIGUES DE ARAUJO</cp:lastModifiedBy>
  <cp:revision>4</cp:revision>
  <dcterms:created xsi:type="dcterms:W3CDTF">2026-02-26T23:22:33Z</dcterms:created>
  <dcterms:modified xsi:type="dcterms:W3CDTF">2026-02-27T00:27:32Z</dcterms:modified>
</cp:coreProperties>
</file>